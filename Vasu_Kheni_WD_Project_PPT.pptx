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0A102A31-CE6F-DA46-B96D-D9AEDF82B112}">
          <p14:sldIdLst>
            <p14:sldId id="256"/>
          </p14:sldIdLst>
        </p14:section>
        <p14:section name="Outline" id="{1414761A-37ED-54B7-A0AB-E4D0BB97B532}">
          <p14:sldIdLst>
            <p14:sldId id="257"/>
          </p14:sldIdLst>
        </p14:section>
        <p14:section name="Introduction" id="{F7C12C46-8D46-5998-0B2C-94ED4C0C80A1}">
          <p14:sldIdLst>
            <p14:sldId id="258"/>
          </p14:sldIdLst>
        </p14:section>
        <p14:section name="Modules" id="{49BD5FF2-DA81-1DFE-C5E4-AF7434972CC0}">
          <p14:sldIdLst>
            <p14:sldId id="259"/>
          </p14:sldIdLst>
        </p14:section>
        <p14:section name="Snapshots" id="{E3F3AAE8-567A-318A-8E4F-DFB97D39FC01}">
          <p14:sldIdLst>
            <p14:sldId id="260"/>
            <p14:sldId id="261"/>
          </p14:sldIdLst>
        </p14:section>
        <p14:section name="Conclusion" id="{35EAECF3-406E-4704-7F22-BA5C1BEE99EB}">
          <p14:sldIdLst>
            <p14:sldId id="262"/>
          </p14:sldIdLst>
        </p14:section>
        <p14:section name="Topic" id="{13FA3B4B-F1E7-3BFE-373F-0A8484CDEB3A}">
          <p14:sldIdLst>
            <p14:sldId id="263"/>
          </p14:sldIdLst>
        </p14:section>
        <p14:section name="Thank You" id="{D282621A-609F-415A-E076-C0464F5DDA0A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4759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team: Vasu Kheni (12502120603010), Pal Gardhariya (12502120603005) and Dhruv Prajapati (12502120603001). Department AIDS, Division 5AI, Batch D12. Topic: College Event Registration System for the Web Development (202044505) mini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presentation has four parts: Introduction, Modules of Project, Snapshots and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CampusPass lets students browse events and register online. It replaces paper sheets and chat messages. Front end: HTML5, CSS3, JavaScript. Back end: PHP and MySQL.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modules, one per page. All pages share the header, footer, database connection, stylesheet and script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 page shows the next event ticket, scrolling event ticker and stats. Events page lists events with a 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 page has the validated form. Registered List shows all saved registrations from the MySQL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project. Replace the GitHub link with your real repository URL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from the syllabus: PHP and database connectivity with prepared statements. Explain the 4-step flow, then the three code lines, then why this stops SQL injection.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 large"/>
          <p:cNvSpPr/>
          <p:nvPr/>
        </p:nvSpPr>
        <p:spPr>
          <a:xfrm>
            <a:off x="-1463040" y="4206240"/>
            <a:ext cx="4754880" cy="4754880"/>
          </a:xfrm>
          <a:prstGeom prst="ellipse">
            <a:avLst/>
          </a:prstGeom>
          <a:solidFill>
            <a:schemeClr val="tx2">
              <a:alpha val="30000"/>
            </a:schemeClr>
          </a:solidFill>
          <a:ln/>
        </p:spPr>
      </p:sp>
      <p:sp>
        <p:nvSpPr>
          <p:cNvPr id="3" name="Decor circle small"/>
          <p:cNvSpPr/>
          <p:nvPr/>
        </p:nvSpPr>
        <p:spPr>
          <a:xfrm>
            <a:off x="3108960" y="5486400"/>
            <a:ext cx="2011680" cy="2011680"/>
          </a:xfrm>
          <a:prstGeom prst="ellipse">
            <a:avLst/>
          </a:prstGeom>
          <a:solidFill>
            <a:schemeClr val="accent3">
              <a:alpha val="30000"/>
            </a:schemeClr>
          </a:solidFill>
          <a:ln/>
        </p:spPr>
      </p:sp>
      <p:sp>
        <p:nvSpPr>
          <p:cNvPr id="4" name="Ticket circle"/>
          <p:cNvSpPr/>
          <p:nvPr/>
        </p:nvSpPr>
        <p:spPr>
          <a:xfrm>
            <a:off x="640080" y="12344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Ticket icon" descr="Ticke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380744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2344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CampusPass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94560"/>
            <a:ext cx="5669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Event Registration System</a:t>
            </a:r>
            <a:endParaRPr lang="en-US" sz="4200" dirty="0"/>
          </a:p>
        </p:txBody>
      </p:sp>
      <p:sp>
        <p:nvSpPr>
          <p:cNvPr id="8" name="Details ticket"/>
          <p:cNvSpPr/>
          <p:nvPr/>
        </p:nvSpPr>
        <p:spPr>
          <a:xfrm>
            <a:off x="6400800" y="548640"/>
            <a:ext cx="5239512" cy="5760720"/>
          </a:xfrm>
          <a:prstGeom prst="roundRect">
            <a:avLst>
              <a:gd name="adj" fmla="val 3141"/>
            </a:avLst>
          </a:prstGeom>
          <a:solidFill>
            <a:schemeClr val="bg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12280" y="868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NAME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189720" y="868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ENROLLMENT NUMBER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812280" y="1280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Vasu Kheni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9189720" y="1280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12502120603010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1847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 Gardhariya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9189720" y="1847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12502120603005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812280" y="24140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Dhruv Prajapati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9189720" y="24140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12502120603001</a:t>
            </a:r>
            <a:endParaRPr lang="en-US" sz="1700" dirty="0"/>
          </a:p>
        </p:txBody>
      </p:sp>
      <p:sp>
        <p:nvSpPr>
          <p:cNvPr id="17" name="Perforation"/>
          <p:cNvSpPr/>
          <p:nvPr/>
        </p:nvSpPr>
        <p:spPr>
          <a:xfrm>
            <a:off x="6720840" y="3200400"/>
            <a:ext cx="4599432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18" name="Notch left"/>
          <p:cNvSpPr/>
          <p:nvPr/>
        </p:nvSpPr>
        <p:spPr>
          <a:xfrm>
            <a:off x="6217920" y="3017520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9" name="Notch right"/>
          <p:cNvSpPr/>
          <p:nvPr/>
        </p:nvSpPr>
        <p:spPr>
          <a:xfrm>
            <a:off x="11457432" y="3017520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812280" y="3520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Department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275320" y="352044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 &amp; DS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812280" y="40507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Subject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275320" y="4050792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Web Development (WD)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812280" y="458114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Subject code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275320" y="4581144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202044505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812280" y="51114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Division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8275320" y="5111496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5AI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812280" y="56418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Batch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8275320" y="5641848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D12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Outline</a:t>
            </a:r>
            <a:endParaRPr lang="en-US" sz="3600" dirty="0"/>
          </a:p>
        </p:txBody>
      </p:sp>
      <p:sp>
        <p:nvSpPr>
          <p:cNvPr id="3" name="Outline card 01"/>
          <p:cNvSpPr/>
          <p:nvPr/>
        </p:nvSpPr>
        <p:spPr>
          <a:xfrm>
            <a:off x="548640" y="1828800"/>
            <a:ext cx="2560320" cy="35661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21488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Outline Introduction circle"/>
          <p:cNvSpPr/>
          <p:nvPr/>
        </p:nvSpPr>
        <p:spPr>
          <a:xfrm>
            <a:off x="2057400" y="2194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Outline Introduction icon" descr="Outline Introductio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2377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7490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8" name="Outline card 02"/>
          <p:cNvSpPr/>
          <p:nvPr/>
        </p:nvSpPr>
        <p:spPr>
          <a:xfrm>
            <a:off x="3392424" y="1828800"/>
            <a:ext cx="2560320" cy="35661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712464" y="21488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Outline Modules of Project circle"/>
          <p:cNvSpPr/>
          <p:nvPr/>
        </p:nvSpPr>
        <p:spPr>
          <a:xfrm>
            <a:off x="4901184" y="2194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Outline Modules of Project icon" descr="Outline Modules of Projec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23774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12464" y="37490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of Project</a:t>
            </a:r>
            <a:endParaRPr lang="en-US" sz="2400" dirty="0"/>
          </a:p>
        </p:txBody>
      </p:sp>
      <p:sp>
        <p:nvSpPr>
          <p:cNvPr id="13" name="Outline card 03"/>
          <p:cNvSpPr/>
          <p:nvPr/>
        </p:nvSpPr>
        <p:spPr>
          <a:xfrm>
            <a:off x="6236208" y="1828800"/>
            <a:ext cx="2560320" cy="35661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6556248" y="21488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400" dirty="0"/>
          </a:p>
        </p:txBody>
      </p:sp>
      <p:sp>
        <p:nvSpPr>
          <p:cNvPr id="15" name="Outline Snapshot related to Project circle"/>
          <p:cNvSpPr/>
          <p:nvPr/>
        </p:nvSpPr>
        <p:spPr>
          <a:xfrm>
            <a:off x="7744968" y="2194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Outline Snapshot related to Project icon" descr="Outline Snapshot related to Projec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848" y="23774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56248" y="37490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related to Project</a:t>
            </a:r>
            <a:endParaRPr lang="en-US" sz="2400" dirty="0"/>
          </a:p>
        </p:txBody>
      </p:sp>
      <p:sp>
        <p:nvSpPr>
          <p:cNvPr id="18" name="Outline card 04"/>
          <p:cNvSpPr/>
          <p:nvPr/>
        </p:nvSpPr>
        <p:spPr>
          <a:xfrm>
            <a:off x="9079992" y="1828800"/>
            <a:ext cx="2560320" cy="35661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9400032" y="21488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400" dirty="0"/>
          </a:p>
        </p:txBody>
      </p:sp>
      <p:sp>
        <p:nvSpPr>
          <p:cNvPr id="20" name="Outline Conclusion circle"/>
          <p:cNvSpPr/>
          <p:nvPr/>
        </p:nvSpPr>
        <p:spPr>
          <a:xfrm>
            <a:off x="10588752" y="2194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Outline Conclusion icon" descr="Outline Conclusion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1632" y="23774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400032" y="37490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Introduction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 web application where students view upcoming college events and register for them online.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needed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It replaces paper sign-up sheets and scattered messages with one form and one central list.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17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built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07492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Made for the Web Development course using HTML5, CSS3, JavaScript, PHP and MySQL.</a:t>
            </a:r>
            <a:endParaRPr lang="en-US" sz="1800" dirty="0"/>
          </a:p>
        </p:txBody>
      </p:sp>
      <p:sp>
        <p:nvSpPr>
          <p:cNvPr id="9" name="Tech stack card"/>
          <p:cNvSpPr/>
          <p:nvPr/>
        </p:nvSpPr>
        <p:spPr>
          <a:xfrm>
            <a:off x="6949440" y="1463040"/>
            <a:ext cx="4690872" cy="4663440"/>
          </a:xfrm>
          <a:prstGeom prst="roundRect">
            <a:avLst>
              <a:gd name="adj" fmla="val 2745"/>
            </a:avLst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60920" y="1737360"/>
            <a:ext cx="3867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2000" dirty="0"/>
          </a:p>
        </p:txBody>
      </p:sp>
      <p:sp>
        <p:nvSpPr>
          <p:cNvPr id="11" name="HTML5 circle"/>
          <p:cNvSpPr/>
          <p:nvPr/>
        </p:nvSpPr>
        <p:spPr>
          <a:xfrm>
            <a:off x="7360920" y="237744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HTML5 icon" descr="HTML5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936" y="2505456"/>
            <a:ext cx="310896" cy="31089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138160" y="235915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267004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Page structure and forms</a:t>
            </a:r>
            <a:endParaRPr lang="en-US" sz="1400" dirty="0"/>
          </a:p>
        </p:txBody>
      </p:sp>
      <p:sp>
        <p:nvSpPr>
          <p:cNvPr id="15" name="CSS3 circle"/>
          <p:cNvSpPr/>
          <p:nvPr/>
        </p:nvSpPr>
        <p:spPr>
          <a:xfrm>
            <a:off x="7360920" y="31089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CSS3 icon" descr="CSS3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3236976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138160" y="309067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8138160" y="340156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Styling, animations, responsive layout</a:t>
            </a:r>
            <a:endParaRPr lang="en-US" sz="1400" dirty="0"/>
          </a:p>
        </p:txBody>
      </p:sp>
      <p:sp>
        <p:nvSpPr>
          <p:cNvPr id="19" name="JavaScript circle"/>
          <p:cNvSpPr/>
          <p:nvPr/>
        </p:nvSpPr>
        <p:spPr>
          <a:xfrm>
            <a:off x="7360920" y="384048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JavaScript icon" descr="JavaScrip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936" y="3968496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138160" y="382219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8138160" y="413308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Form validation and small animations</a:t>
            </a:r>
            <a:endParaRPr lang="en-US" sz="1400" dirty="0"/>
          </a:p>
        </p:txBody>
      </p:sp>
      <p:sp>
        <p:nvSpPr>
          <p:cNvPr id="23" name="PHP circle"/>
          <p:cNvSpPr/>
          <p:nvPr/>
        </p:nvSpPr>
        <p:spPr>
          <a:xfrm>
            <a:off x="7360920" y="457200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PHP icon" descr="PHP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936" y="4700016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138160" y="455371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8138160" y="486460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Server-side form processing</a:t>
            </a:r>
            <a:endParaRPr lang="en-US" sz="1400" dirty="0"/>
          </a:p>
        </p:txBody>
      </p:sp>
      <p:sp>
        <p:nvSpPr>
          <p:cNvPr id="27" name="MySQL circle"/>
          <p:cNvSpPr/>
          <p:nvPr/>
        </p:nvSpPr>
        <p:spPr>
          <a:xfrm>
            <a:off x="7360920" y="530352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8" name="MySQL icon" descr="MySQL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8936" y="5431536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138160" y="52852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8138160" y="559612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Stores the registrations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Modules of Project</a:t>
            </a:r>
            <a:endParaRPr lang="en-US" sz="3600" dirty="0"/>
          </a:p>
        </p:txBody>
      </p:sp>
      <p:sp>
        <p:nvSpPr>
          <p:cNvPr id="3" name="Home Module card"/>
          <p:cNvSpPr/>
          <p:nvPr/>
        </p:nvSpPr>
        <p:spPr>
          <a:xfrm>
            <a:off x="548640" y="1463040"/>
            <a:ext cx="544068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4" name="Home Module circle"/>
          <p:cNvSpPr/>
          <p:nvPr/>
        </p:nvSpPr>
        <p:spPr>
          <a:xfrm>
            <a:off x="868680" y="1783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Home Module icon" descr="Home Modul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19888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Module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2121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index.php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24231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Landing page with the next-event ticket, featured events, how it works and FAQ.</a:t>
            </a:r>
            <a:endParaRPr lang="en-US" sz="1500" dirty="0"/>
          </a:p>
        </p:txBody>
      </p:sp>
      <p:sp>
        <p:nvSpPr>
          <p:cNvPr id="9" name="Events Module card"/>
          <p:cNvSpPr/>
          <p:nvPr/>
        </p:nvSpPr>
        <p:spPr>
          <a:xfrm>
            <a:off x="6199632" y="1463040"/>
            <a:ext cx="544068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0" name="Events Module circle"/>
          <p:cNvSpPr/>
          <p:nvPr/>
        </p:nvSpPr>
        <p:spPr>
          <a:xfrm>
            <a:off x="6519672" y="1783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Events Module icon" descr="Events Modul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412" y="19888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16952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Module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616952" y="2121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events.php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616952" y="24231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All events as cards with a category filter and a season schedule table.</a:t>
            </a:r>
            <a:endParaRPr lang="en-US" sz="1500" dirty="0"/>
          </a:p>
        </p:txBody>
      </p:sp>
      <p:sp>
        <p:nvSpPr>
          <p:cNvPr id="15" name="Registration Module card"/>
          <p:cNvSpPr/>
          <p:nvPr/>
        </p:nvSpPr>
        <p:spPr>
          <a:xfrm>
            <a:off x="548640" y="3520440"/>
            <a:ext cx="544068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6" name="Registration Module circle"/>
          <p:cNvSpPr/>
          <p:nvPr/>
        </p:nvSpPr>
        <p:spPr>
          <a:xfrm>
            <a:off x="868680" y="38404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Registration Module icon" descr="Registration Modu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" y="40462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96596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Module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1965960" y="4178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register.php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965960" y="44805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Form with JavaScript validation; PHP saves the data to MySQL.</a:t>
            </a:r>
            <a:endParaRPr lang="en-US" sz="1500" dirty="0"/>
          </a:p>
        </p:txBody>
      </p:sp>
      <p:sp>
        <p:nvSpPr>
          <p:cNvPr id="21" name="Registered List Module card"/>
          <p:cNvSpPr/>
          <p:nvPr/>
        </p:nvSpPr>
        <p:spPr>
          <a:xfrm>
            <a:off x="6199632" y="3520440"/>
            <a:ext cx="544068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22" name="Registered List Module circle"/>
          <p:cNvSpPr/>
          <p:nvPr/>
        </p:nvSpPr>
        <p:spPr>
          <a:xfrm>
            <a:off x="6519672" y="38404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Registered List Module icon" descr="Registered List Modul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5412" y="404622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616952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List Module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7616952" y="4178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registrations.php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7616952" y="44805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Shows all registrations from MySQL in a table, with a session page-view counter.</a:t>
            </a:r>
            <a:endParaRPr lang="en-US" sz="1500" dirty="0"/>
          </a:p>
        </p:txBody>
      </p:sp>
      <p:sp>
        <p:nvSpPr>
          <p:cNvPr id="27" name="Shared files strip"/>
          <p:cNvSpPr/>
          <p:nvPr/>
        </p:nvSpPr>
        <p:spPr>
          <a:xfrm>
            <a:off x="548640" y="5577840"/>
            <a:ext cx="11091672" cy="54864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868680" y="5577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Shared by all pages:  </a:t>
            </a:r>
            <a:r>
              <a:rPr lang="en-US" sz="1500" dirty="0">
                <a:solidFill>
                  <a:schemeClr val="tx1"/>
                </a:solidFill>
              </a:rPr>
              <a:t>header.php  |  footer.php  |  db.php  |  style.css  |  script.js</a:t>
            </a:r>
            <a:endParaRPr lang="en-US" sz="15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Snapshot related to Project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897112" y="365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5"/>
                </a:solidFill>
              </a:rPr>
              <a:t>1-2 of 4 pages</a:t>
            </a:r>
            <a:endParaRPr lang="en-US" sz="1400" dirty="0"/>
          </a:p>
        </p:txBody>
      </p:sp>
      <p:sp>
        <p:nvSpPr>
          <p:cNvPr id="4" name="Home Page window"/>
          <p:cNvSpPr/>
          <p:nvPr/>
        </p:nvSpPr>
        <p:spPr>
          <a:xfrm>
            <a:off x="548640" y="1371600"/>
            <a:ext cx="5362956" cy="397431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blurRad="152400" dist="381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5" name="Window dot 0"/>
          <p:cNvSpPr/>
          <p:nvPr/>
        </p:nvSpPr>
        <p:spPr>
          <a:xfrm>
            <a:off x="685800" y="1481328"/>
            <a:ext cx="109728" cy="10972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6" name="Window dot 1"/>
          <p:cNvSpPr/>
          <p:nvPr/>
        </p:nvSpPr>
        <p:spPr>
          <a:xfrm>
            <a:off x="868680" y="1481328"/>
            <a:ext cx="109728" cy="10972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" name="Window dot 2"/>
          <p:cNvSpPr/>
          <p:nvPr/>
        </p:nvSpPr>
        <p:spPr>
          <a:xfrm>
            <a:off x="1051560" y="1481328"/>
            <a:ext cx="109728" cy="10972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17320" y="1371600"/>
            <a:ext cx="4357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localhost/college-events/index.php</a:t>
            </a:r>
            <a:endParaRPr lang="en-US" sz="1100" dirty="0"/>
          </a:p>
        </p:txBody>
      </p:sp>
      <p:pic>
        <p:nvPicPr>
          <p:cNvPr id="9" name="Home Page screenshot" descr="Screenshot of the Home P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00784"/>
            <a:ext cx="5362956" cy="364513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5528798"/>
            <a:ext cx="5362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1.  Home Page</a:t>
            </a:r>
            <a:r>
              <a:rPr lang="en-US" sz="1800" b="1" dirty="0">
                <a:solidFill>
                  <a:schemeClr val="accent1"/>
                </a:solidFill>
              </a:rPr>
              <a:t>   index.php</a:t>
            </a:r>
            <a:endParaRPr lang="en-US" sz="1800" dirty="0"/>
          </a:p>
        </p:txBody>
      </p:sp>
      <p:sp>
        <p:nvSpPr>
          <p:cNvPr id="11" name="Events Page window"/>
          <p:cNvSpPr/>
          <p:nvPr/>
        </p:nvSpPr>
        <p:spPr>
          <a:xfrm>
            <a:off x="6277356" y="1371600"/>
            <a:ext cx="5362956" cy="397431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blurRad="152400" dist="381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2" name="Window dot 0"/>
          <p:cNvSpPr/>
          <p:nvPr/>
        </p:nvSpPr>
        <p:spPr>
          <a:xfrm>
            <a:off x="6414516" y="1481328"/>
            <a:ext cx="109728" cy="10972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3" name="Window dot 1"/>
          <p:cNvSpPr/>
          <p:nvPr/>
        </p:nvSpPr>
        <p:spPr>
          <a:xfrm>
            <a:off x="6597396" y="1481328"/>
            <a:ext cx="109728" cy="10972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4" name="Window dot 2"/>
          <p:cNvSpPr/>
          <p:nvPr/>
        </p:nvSpPr>
        <p:spPr>
          <a:xfrm>
            <a:off x="6780276" y="1481328"/>
            <a:ext cx="109728" cy="10972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46036" y="1371600"/>
            <a:ext cx="4357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localhost/college-events/events.php</a:t>
            </a:r>
            <a:endParaRPr lang="en-US" sz="1100" dirty="0"/>
          </a:p>
        </p:txBody>
      </p:sp>
      <p:pic>
        <p:nvPicPr>
          <p:cNvPr id="16" name="Events Page screenshot" descr="Screenshot of the Events P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356" y="1700784"/>
            <a:ext cx="5362956" cy="364513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277356" y="5528798"/>
            <a:ext cx="5362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2.  Events Page</a:t>
            </a:r>
            <a:r>
              <a:rPr lang="en-US" sz="1800" b="1" dirty="0">
                <a:solidFill>
                  <a:schemeClr val="accent1"/>
                </a:solidFill>
              </a:rPr>
              <a:t>   events.php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Snapshot related to Project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897112" y="365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5"/>
                </a:solidFill>
              </a:rPr>
              <a:t>3-4 of 4 pages</a:t>
            </a:r>
            <a:endParaRPr lang="en-US" sz="1400" dirty="0"/>
          </a:p>
        </p:txBody>
      </p:sp>
      <p:sp>
        <p:nvSpPr>
          <p:cNvPr id="4" name="Register Page window"/>
          <p:cNvSpPr/>
          <p:nvPr/>
        </p:nvSpPr>
        <p:spPr>
          <a:xfrm>
            <a:off x="548640" y="1371600"/>
            <a:ext cx="5362956" cy="397431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blurRad="152400" dist="381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5" name="Window dot 0"/>
          <p:cNvSpPr/>
          <p:nvPr/>
        </p:nvSpPr>
        <p:spPr>
          <a:xfrm>
            <a:off x="685800" y="1481328"/>
            <a:ext cx="109728" cy="10972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6" name="Window dot 1"/>
          <p:cNvSpPr/>
          <p:nvPr/>
        </p:nvSpPr>
        <p:spPr>
          <a:xfrm>
            <a:off x="868680" y="1481328"/>
            <a:ext cx="109728" cy="10972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" name="Window dot 2"/>
          <p:cNvSpPr/>
          <p:nvPr/>
        </p:nvSpPr>
        <p:spPr>
          <a:xfrm>
            <a:off x="1051560" y="1481328"/>
            <a:ext cx="109728" cy="10972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17320" y="1371600"/>
            <a:ext cx="4357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localhost/college-events/register.php</a:t>
            </a:r>
            <a:endParaRPr lang="en-US" sz="1100" dirty="0"/>
          </a:p>
        </p:txBody>
      </p:sp>
      <p:pic>
        <p:nvPicPr>
          <p:cNvPr id="9" name="Register Page screenshot" descr="Screenshot of the Register P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00784"/>
            <a:ext cx="5362956" cy="364513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5528798"/>
            <a:ext cx="5362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3.  Register Page</a:t>
            </a:r>
            <a:r>
              <a:rPr lang="en-US" sz="1800" b="1" dirty="0">
                <a:solidFill>
                  <a:schemeClr val="accent1"/>
                </a:solidFill>
              </a:rPr>
              <a:t>   register.php</a:t>
            </a:r>
            <a:endParaRPr lang="en-US" sz="1800" dirty="0"/>
          </a:p>
        </p:txBody>
      </p:sp>
      <p:sp>
        <p:nvSpPr>
          <p:cNvPr id="11" name="Registered List Page window"/>
          <p:cNvSpPr/>
          <p:nvPr/>
        </p:nvSpPr>
        <p:spPr>
          <a:xfrm>
            <a:off x="6277356" y="1371600"/>
            <a:ext cx="5362956" cy="397431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blurRad="152400" dist="381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2" name="Window dot 0"/>
          <p:cNvSpPr/>
          <p:nvPr/>
        </p:nvSpPr>
        <p:spPr>
          <a:xfrm>
            <a:off x="6414516" y="1481328"/>
            <a:ext cx="109728" cy="10972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3" name="Window dot 1"/>
          <p:cNvSpPr/>
          <p:nvPr/>
        </p:nvSpPr>
        <p:spPr>
          <a:xfrm>
            <a:off x="6597396" y="1481328"/>
            <a:ext cx="109728" cy="10972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4" name="Window dot 2"/>
          <p:cNvSpPr/>
          <p:nvPr/>
        </p:nvSpPr>
        <p:spPr>
          <a:xfrm>
            <a:off x="6780276" y="1481328"/>
            <a:ext cx="109728" cy="10972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46036" y="1371600"/>
            <a:ext cx="4357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localhost/college-events/registrations.php</a:t>
            </a:r>
            <a:endParaRPr lang="en-US" sz="1100" dirty="0"/>
          </a:p>
        </p:txBody>
      </p:sp>
      <p:pic>
        <p:nvPicPr>
          <p:cNvPr id="16" name="Registered List Page screenshot" descr="Screenshot of the Registered List P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356" y="1700784"/>
            <a:ext cx="5362956" cy="364513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277356" y="5528798"/>
            <a:ext cx="5362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4.  Registered List Page</a:t>
            </a:r>
            <a:r>
              <a:rPr lang="en-US" sz="1800" b="1" dirty="0">
                <a:solidFill>
                  <a:schemeClr val="accent1"/>
                </a:solidFill>
              </a:rPr>
              <a:t>   registrations.php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3" name="Check circle 1"/>
          <p:cNvSpPr/>
          <p:nvPr/>
        </p:nvSpPr>
        <p:spPr>
          <a:xfrm>
            <a:off x="548640" y="1536192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Check icon 1" descr="Che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45920"/>
            <a:ext cx="201168" cy="2011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46304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 working College Event Registration System with 4 pages: Home, Events, Register and Registered List.</a:t>
            </a:r>
            <a:endParaRPr lang="en-US" sz="1700" dirty="0"/>
          </a:p>
        </p:txBody>
      </p:sp>
      <p:sp>
        <p:nvSpPr>
          <p:cNvPr id="6" name="Check circle 2"/>
          <p:cNvSpPr/>
          <p:nvPr/>
        </p:nvSpPr>
        <p:spPr>
          <a:xfrm>
            <a:off x="548640" y="2404872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Check icon 2" descr="Che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14600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233172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Front end built with HTML5, CSS3 and JavaScript; back end built with PHP and MySQL.</a:t>
            </a:r>
            <a:endParaRPr lang="en-US" sz="1700" dirty="0"/>
          </a:p>
        </p:txBody>
      </p:sp>
      <p:sp>
        <p:nvSpPr>
          <p:cNvPr id="9" name="Check circle 3"/>
          <p:cNvSpPr/>
          <p:nvPr/>
        </p:nvSpPr>
        <p:spPr>
          <a:xfrm>
            <a:off x="548640" y="3273552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Check icon 3" descr="Che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38328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320040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Data is validated in the browser and in PHP, then saved to MySQL using prepared statements.</a:t>
            </a:r>
            <a:endParaRPr lang="en-US" sz="1700" dirty="0"/>
          </a:p>
        </p:txBody>
      </p:sp>
      <p:sp>
        <p:nvSpPr>
          <p:cNvPr id="12" name="Check circle 4"/>
          <p:cNvSpPr/>
          <p:nvPr/>
        </p:nvSpPr>
        <p:spPr>
          <a:xfrm>
            <a:off x="548640" y="4142232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Check icon 4" descr="Che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25196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34440" y="406908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Uses course topics: forms, CSS3 animations, responsive design, regular expressions, sessions and database connectivity.</a:t>
            </a:r>
            <a:endParaRPr lang="en-US" sz="1700" dirty="0"/>
          </a:p>
        </p:txBody>
      </p:sp>
      <p:sp>
        <p:nvSpPr>
          <p:cNvPr id="15" name="Stat card Pages"/>
          <p:cNvSpPr/>
          <p:nvPr/>
        </p:nvSpPr>
        <p:spPr>
          <a:xfrm>
            <a:off x="7863840" y="1463040"/>
            <a:ext cx="3776472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6" name="Text 10"/>
          <p:cNvSpPr txBox="1"/>
          <p:nvPr/>
        </p:nvSpPr>
        <p:spPr>
          <a:xfrm>
            <a:off x="8138160" y="1463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400" dirty="0"/>
          </a:p>
        </p:txBody>
      </p:sp>
      <p:sp>
        <p:nvSpPr>
          <p:cNvPr id="17" name="Text 11"/>
          <p:cNvSpPr txBox="1"/>
          <p:nvPr/>
        </p:nvSpPr>
        <p:spPr>
          <a:xfrm>
            <a:off x="9144000" y="1463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Pages</a:t>
            </a:r>
            <a:endParaRPr lang="en-US" sz="1800" dirty="0"/>
          </a:p>
        </p:txBody>
      </p:sp>
      <p:sp>
        <p:nvSpPr>
          <p:cNvPr id="18" name="Stat card Technologies"/>
          <p:cNvSpPr/>
          <p:nvPr/>
        </p:nvSpPr>
        <p:spPr>
          <a:xfrm>
            <a:off x="7863840" y="2651760"/>
            <a:ext cx="3776472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9" name="Text 13"/>
          <p:cNvSpPr txBox="1"/>
          <p:nvPr/>
        </p:nvSpPr>
        <p:spPr>
          <a:xfrm>
            <a:off x="8138160" y="2651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400" dirty="0"/>
          </a:p>
        </p:txBody>
      </p:sp>
      <p:sp>
        <p:nvSpPr>
          <p:cNvPr id="20" name="Text 14"/>
          <p:cNvSpPr txBox="1"/>
          <p:nvPr/>
        </p:nvSpPr>
        <p:spPr>
          <a:xfrm>
            <a:off x="9144000" y="26517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Technologies</a:t>
            </a:r>
            <a:endParaRPr lang="en-US" sz="1800" dirty="0"/>
          </a:p>
        </p:txBody>
      </p:sp>
      <p:sp>
        <p:nvSpPr>
          <p:cNvPr id="21" name="Stat card Database table"/>
          <p:cNvSpPr/>
          <p:nvPr/>
        </p:nvSpPr>
        <p:spPr>
          <a:xfrm>
            <a:off x="7863840" y="3840480"/>
            <a:ext cx="3776472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8138160" y="3840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23" name="Text 17"/>
          <p:cNvSpPr txBox="1"/>
          <p:nvPr/>
        </p:nvSpPr>
        <p:spPr>
          <a:xfrm>
            <a:off x="9144000" y="3840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Database table</a:t>
            </a:r>
            <a:endParaRPr lang="en-US" sz="1800" dirty="0"/>
          </a:p>
        </p:txBody>
      </p:sp>
      <p:sp>
        <p:nvSpPr>
          <p:cNvPr id="24" name="GitHub card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12174"/>
            </a:avLst>
          </a:prstGeom>
          <a:solidFill>
            <a:schemeClr val="tx1"/>
          </a:solidFill>
          <a:ln/>
        </p:spPr>
      </p:sp>
      <p:sp>
        <p:nvSpPr>
          <p:cNvPr id="25" name="GitHub circle"/>
          <p:cNvSpPr/>
          <p:nvPr/>
        </p:nvSpPr>
        <p:spPr>
          <a:xfrm>
            <a:off x="868680" y="52578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GitHub icon" descr="GitHu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5413248"/>
            <a:ext cx="374904" cy="37490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828800" y="5257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GitHub Repository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1828800" y="555040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https://github.com/your-username/college-event-registration</a:t>
            </a:r>
            <a:endParaRPr lang="en-US" sz="2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PHP &amp; MySQL Prepared Statements</a:t>
            </a:r>
            <a:endParaRPr lang="en-US" sz="3600" dirty="0"/>
          </a:p>
        </p:txBody>
      </p:sp>
      <p:sp>
        <p:nvSpPr>
          <p:cNvPr id="3" name="Flow connector 1"/>
          <p:cNvSpPr/>
          <p:nvPr/>
        </p:nvSpPr>
        <p:spPr>
          <a:xfrm>
            <a:off x="822960" y="2011680"/>
            <a:ext cx="0" cy="64008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4" name="Step circle 1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17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5564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The student fills the form. JavaScript validates it first.</a:t>
            </a:r>
            <a:endParaRPr lang="en-US" sz="1500" dirty="0"/>
          </a:p>
        </p:txBody>
      </p:sp>
      <p:sp>
        <p:nvSpPr>
          <p:cNvPr id="8" name="Flow connector 2"/>
          <p:cNvSpPr/>
          <p:nvPr/>
        </p:nvSpPr>
        <p:spPr>
          <a:xfrm>
            <a:off x="822960" y="3200400"/>
            <a:ext cx="0" cy="64008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9" name="Step circle 2"/>
          <p:cNvSpPr/>
          <p:nvPr/>
        </p:nvSpPr>
        <p:spPr>
          <a:xfrm>
            <a:off x="548640" y="2651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606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94436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register.php checks the data again and prepares the SQL.</a:t>
            </a:r>
            <a:endParaRPr lang="en-US" sz="1500" dirty="0"/>
          </a:p>
        </p:txBody>
      </p:sp>
      <p:sp>
        <p:nvSpPr>
          <p:cNvPr id="13" name="Flow connector 3"/>
          <p:cNvSpPr/>
          <p:nvPr/>
        </p:nvSpPr>
        <p:spPr>
          <a:xfrm>
            <a:off x="822960" y="4389120"/>
            <a:ext cx="0" cy="64008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14" name="Step circle 3"/>
          <p:cNvSpPr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794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1330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The query runs with the bound values and the row is saved.</a:t>
            </a:r>
            <a:endParaRPr lang="en-US" sz="1500" dirty="0"/>
          </a:p>
        </p:txBody>
      </p:sp>
      <p:sp>
        <p:nvSpPr>
          <p:cNvPr id="18" name="Step circle 4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983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32180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A confirmation message is shown to the student.</a:t>
            </a:r>
            <a:endParaRPr lang="en-US" sz="1500" dirty="0"/>
          </a:p>
        </p:txBody>
      </p:sp>
      <p:sp>
        <p:nvSpPr>
          <p:cNvPr id="22" name="Code card"/>
          <p:cNvSpPr/>
          <p:nvPr/>
        </p:nvSpPr>
        <p:spPr>
          <a:xfrm>
            <a:off x="6126480" y="1463040"/>
            <a:ext cx="5513832" cy="2560320"/>
          </a:xfrm>
          <a:prstGeom prst="roundRect">
            <a:avLst>
              <a:gd name="adj" fmla="val 4286"/>
            </a:avLst>
          </a:prstGeom>
          <a:solidFill>
            <a:schemeClr val="tx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4652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register.php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1965960"/>
            <a:ext cx="49651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 = $conn-&gt;</a:t>
            </a: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</a:t>
            </a: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"INSERT INTO registrations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(name, email, phone, department, event)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VALUES (</a:t>
            </a: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?, ?, ?, ?, ?</a:t>
            </a: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)");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$stmt-&gt;</a:t>
            </a: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bind_param</a:t>
            </a: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("sssss",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$name, $email, $phone, $dept, $event);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$stmt-&gt;</a:t>
            </a: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400" dirty="0"/>
          </a:p>
        </p:txBody>
      </p:sp>
      <p:sp>
        <p:nvSpPr>
          <p:cNvPr id="25" name="Why card"/>
          <p:cNvSpPr/>
          <p:nvPr/>
        </p:nvSpPr>
        <p:spPr>
          <a:xfrm>
            <a:off x="6126480" y="4297680"/>
            <a:ext cx="5513832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blurRad="152400" dist="381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446520" y="4462272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 prepared statements?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4892040"/>
            <a:ext cx="4873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? placeholders keep user input separate from the SQL.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bind_param() sends the values as data (s = string).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This prevents SQL injection.</a:t>
            </a:r>
            <a:endParaRPr lang="en-US" sz="15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 large"/>
          <p:cNvSpPr/>
          <p:nvPr/>
        </p:nvSpPr>
        <p:spPr>
          <a:xfrm>
            <a:off x="-1463040" y="4206240"/>
            <a:ext cx="4754880" cy="4754880"/>
          </a:xfrm>
          <a:prstGeom prst="ellipse">
            <a:avLst/>
          </a:prstGeom>
          <a:solidFill>
            <a:schemeClr val="tx2">
              <a:alpha val="30000"/>
            </a:schemeClr>
          </a:solidFill>
          <a:ln/>
        </p:spPr>
      </p:sp>
      <p:sp>
        <p:nvSpPr>
          <p:cNvPr id="3" name="Decor circle top right"/>
          <p:cNvSpPr/>
          <p:nvPr/>
        </p:nvSpPr>
        <p:spPr>
          <a:xfrm>
            <a:off x="9326880" y="-1280160"/>
            <a:ext cx="3840480" cy="3840480"/>
          </a:xfrm>
          <a:prstGeom prst="ellipse">
            <a:avLst/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4" name="Ticket circle"/>
          <p:cNvSpPr/>
          <p:nvPr/>
        </p:nvSpPr>
        <p:spPr>
          <a:xfrm>
            <a:off x="5684368" y="13716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Ticket icon" descr="Ticke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680" y="1572768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423160"/>
            <a:ext cx="94484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365760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</a:rPr>
              <a:t>College Event Registration System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usPass">
  <a:themeElements>
    <a:clrScheme name="CampusPass">
      <a:dk1>
        <a:srgbClr val="16213E"/>
      </a:dk1>
      <a:lt1>
        <a:srgbClr val="FFFFFF"/>
      </a:lt1>
      <a:dk2>
        <a:srgbClr val="4338CA"/>
      </a:dk2>
      <a:lt2>
        <a:srgbClr val="F3F4FB"/>
      </a:lt2>
      <a:accent1>
        <a:srgbClr val="4338CA"/>
      </a:accent1>
      <a:accent2>
        <a:srgbClr val="FFB703"/>
      </a:accent2>
      <a:accent3>
        <a:srgbClr val="7C3AED"/>
      </a:accent3>
      <a:accent4>
        <a:srgbClr val="0F766E"/>
      </a:accent4>
      <a:accent5>
        <a:srgbClr val="5B6478"/>
      </a:accent5>
      <a:accent6>
        <a:srgbClr val="C7CBE6"/>
      </a:accent6>
      <a:hlink>
        <a:srgbClr val="4338CA"/>
      </a:hlink>
      <a:folHlink>
        <a:srgbClr val="7C3AED"/>
      </a:folHlink>
    </a:clrScheme>
    <a:fontScheme name="CampusPas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799</Words>
  <Application>Microsoft Office PowerPoint</Application>
  <PresentationFormat>Widescreen</PresentationFormat>
  <Paragraphs>138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CampusPass</vt:lpstr>
      <vt:lpstr>PowerPoint Presentation</vt:lpstr>
      <vt:lpstr>Outline</vt:lpstr>
      <vt:lpstr>Introduction</vt:lpstr>
      <vt:lpstr>Modules of Project</vt:lpstr>
      <vt:lpstr>Snapshot related to Project</vt:lpstr>
      <vt:lpstr>Snapshot related to Project</vt:lpstr>
      <vt:lpstr>Conclusion</vt:lpstr>
      <vt:lpstr>PHP &amp; MySQL Prepared Statements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Event Registration System</dc:title>
  <dc:subject>Web Development (WD) - 202044505</dc:subject>
  <dc:creator>Vasu Kheni</dc:creator>
  <cp:lastModifiedBy>Vasu Kheni</cp:lastModifiedBy>
  <cp:revision>2</cp:revision>
  <dcterms:created xsi:type="dcterms:W3CDTF">2026-10-23T04:49:57Z</dcterms:created>
  <dcterms:modified xsi:type="dcterms:W3CDTF">2026-10-23T04:51:55Z</dcterms:modified>
</cp:coreProperties>
</file>